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PCSX2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2606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Source PS2 Emulator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0"/>
            <a:ext cx="2286000" cy="36576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337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topic?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703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PlayStation 2 is the best-selling console of all time — over 155 million units sold.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PCSX2 lets you relive those classics on modern hardware, completely free.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18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14400"/>
            <a:ext cx="265176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2651760" cy="54864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2377440" cy="18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93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21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or Linux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x86-64 + SSE4.1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 · Vulkan 1.1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i7-4790 / Ryzen 5 1600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GTX 1650 / RX 570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 RAM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9272" y="914400"/>
            <a:ext cx="265176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9272" y="914400"/>
            <a:ext cx="2651760" cy="54864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6" name="Text 14"/>
          <p:cNvSpPr/>
          <p:nvPr/>
        </p:nvSpPr>
        <p:spPr>
          <a:xfrm>
            <a:off x="3456432" y="10241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56432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PCSX2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56432" y="1874520"/>
            <a:ext cx="2377440" cy="18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1993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site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2221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pcsx2.net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6432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56432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Nightly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fixes than Stable)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56432" y="3584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56432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macOS · Linux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27064" y="914400"/>
            <a:ext cx="265176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27064" y="914400"/>
            <a:ext cx="2651760" cy="54864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10241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64224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BIOS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64224" y="1874520"/>
            <a:ext cx="2377440" cy="18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0" name="Text 28"/>
          <p:cNvSpPr/>
          <p:nvPr/>
        </p:nvSpPr>
        <p:spPr>
          <a:xfrm>
            <a:off x="6364224" y="1993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64224" y="2221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myrient.erista.me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64224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Redump / PlayStation 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64224" y="3584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 BIOS Images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v2.30 recommended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Probably Didn't Know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18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14400"/>
            <a:ext cx="438912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6" name="Image 0" descr="/home/claude/img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05840"/>
            <a:ext cx="4206240" cy="23682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PCSX2 running with full game library and HD covers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120640" y="914400"/>
            <a:ext cx="3657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0" y="914400"/>
            <a:ext cx="54864" cy="86868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0" name="Text 7"/>
          <p:cNvSpPr/>
          <p:nvPr/>
        </p:nvSpPr>
        <p:spPr>
          <a:xfrm>
            <a:off x="5285232" y="987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Supported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85232" y="1261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PCSX2 covers the vast majority of the PS2 library with high compatibility.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20640" y="1920240"/>
            <a:ext cx="3657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0" y="1920240"/>
            <a:ext cx="54864" cy="86868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4" name="Text 11"/>
          <p:cNvSpPr/>
          <p:nvPr/>
        </p:nvSpPr>
        <p:spPr>
          <a:xfrm>
            <a:off x="5285232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Console Trick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85232" y="2267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Dev Console in advanced settings unlocks extra memory for the emulator.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2926080"/>
            <a:ext cx="3657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2926080"/>
            <a:ext cx="54864" cy="86868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8" name="Text 15"/>
          <p:cNvSpPr/>
          <p:nvPr/>
        </p:nvSpPr>
        <p:spPr>
          <a:xfrm>
            <a:off x="5285232" y="2999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Game Covers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85232" y="3273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PCSX2 fetches box art automatically from a GitHub repository — zero manual work.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120640" y="3931920"/>
            <a:ext cx="3657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20640" y="3931920"/>
            <a:ext cx="54864" cy="86868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22" name="Text 19"/>
          <p:cNvSpPr/>
          <p:nvPr/>
        </p:nvSpPr>
        <p:spPr>
          <a:xfrm>
            <a:off x="5285232" y="4005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Beats Stable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85232" y="4279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builds have better compatibility and fewer bugs than the stable release.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My Take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18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83210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54864" cy="123444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2412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"PCSX2 is more than an emulator — it's a time machine that brings a golden era of gaming back to life, completely free."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265176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377440"/>
            <a:ext cx="2651760" cy="54864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PCSX2 ensures classic PS2 games are never truly lost — an important part of gaming history.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19272" y="2377440"/>
            <a:ext cx="265176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2377440"/>
            <a:ext cx="2651760" cy="54864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a mid-range PC can play 2,679 titles without buying aging hardware.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27064" y="2377440"/>
            <a:ext cx="265176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7064" y="2377440"/>
            <a:ext cx="2651760" cy="54864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Original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64224" y="29260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Upscaling, widescreen patches, and save states make games better than ever.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188720"/>
            <a:ext cx="8321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1A6F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54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answer your questions about PCSX2, setup, games, BIOS, or emulation in general.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pcsx2.net  ·  myrient.erista.me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PCSX2 – Play Your PS2 Games on PC</dc:title>
  <dc:subject>PptxGenJS Presentation</dc:subject>
  <dc:creator>PptxGenJS</dc:creator>
  <cp:lastModifiedBy>PptxGenJS</cp:lastModifiedBy>
  <cp:revision>1</cp:revision>
  <dcterms:created xsi:type="dcterms:W3CDTF">2026-03-23T22:35:35Z</dcterms:created>
  <dcterms:modified xsi:type="dcterms:W3CDTF">2026-03-23T22:35:35Z</dcterms:modified>
</cp:coreProperties>
</file>