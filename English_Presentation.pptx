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03CB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457200"/>
            <a:ext cx="2743200" cy="2743200"/>
          </a:xfrm>
          <a:prstGeom prst="ellipse">
            <a:avLst/>
          </a:prstGeom>
          <a:solidFill>
            <a:srgbClr val="00D4FF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315200" y="-182880"/>
            <a:ext cx="1828800" cy="1828800"/>
          </a:xfrm>
          <a:prstGeom prst="ellipse">
            <a:avLst/>
          </a:prstGeom>
          <a:solidFill>
            <a:srgbClr val="003CBF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2296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PCSX2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A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PS2 Emulator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00D4FF">
              <a:alpha val="6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9260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topic?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333756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PlayStation 2 is the best-selling console of all time — over </a:t>
            </a:r>
            <a:pPr algn="ctr"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 million units</a:t>
            </a:r>
            <a:pPr algn="ctr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sold.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PCSX2 lets you relive those classics on modern hardware, for free.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3CBF"/>
          </a:solidFill>
          <a:ln/>
        </p:spPr>
      </p:sp>
      <p:sp>
        <p:nvSpPr>
          <p:cNvPr id="12" name="Text 10"/>
          <p:cNvSpPr/>
          <p:nvPr/>
        </p:nvSpPr>
        <p:spPr>
          <a:xfrm>
            <a:off x="0" y="4892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by · English Class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03CB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Key Points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651760" cy="4023360"/>
          </a:xfrm>
          <a:prstGeom prst="rect">
            <a:avLst/>
          </a:prstGeom>
          <a:solidFill>
            <a:srgbClr val="161B22"/>
          </a:solidFill>
          <a:ln w="19050">
            <a:solidFill>
              <a:srgbClr val="1C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777240"/>
            <a:ext cx="2651760" cy="64008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68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System Requirements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1298448"/>
            <a:ext cx="2423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Minimum:
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OS: Windows 10/11 or Linux
CPU: x86-64 with SSE4.1
RAM: 8 GB
GPU: Vulkan 1.1 / DirectX 11
</a:t>
            </a:r>
            <a:pPr indent="0" marL="0">
              <a:buNone/>
            </a:pPr>
            <a:r>
              <a:rPr lang="en-US" sz="1200" b="1" dirty="0">
                <a:solidFill>
                  <a:srgbClr val="A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
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 i7-4790 / Ryzen 5 1600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GPU: GTX 1650 / RX 570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RAM: 16 GB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777240"/>
            <a:ext cx="2651760" cy="4023360"/>
          </a:xfrm>
          <a:prstGeom prst="rect">
            <a:avLst/>
          </a:prstGeom>
          <a:solidFill>
            <a:srgbClr val="161B22"/>
          </a:solidFill>
          <a:ln w="19050">
            <a:solidFill>
              <a:srgbClr val="1C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777240"/>
            <a:ext cx="2651760" cy="64008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868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Download PCSX2</a:t>
            </a:r>
            <a:endParaRPr lang="en-US" sz="1300" dirty="0"/>
          </a:p>
        </p:txBody>
      </p:sp>
      <p:pic>
        <p:nvPicPr>
          <p:cNvPr id="12" name="Image 0" descr="/home/claude/img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37560" y="1325880"/>
            <a:ext cx="2377440" cy="133502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337560" y="2697480"/>
            <a:ext cx="2423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site:
</a:t>
            </a:r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pcsx2.net
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Choose </a:t>
            </a:r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Nightly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for the newest fixes
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for: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macOS · Linux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63640" y="777240"/>
            <a:ext cx="2651760" cy="4023360"/>
          </a:xfrm>
          <a:prstGeom prst="rect">
            <a:avLst/>
          </a:prstGeom>
          <a:solidFill>
            <a:srgbClr val="161B22"/>
          </a:solidFill>
          <a:ln w="19050">
            <a:solidFill>
              <a:srgbClr val="1C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63640" y="777240"/>
            <a:ext cx="2651760" cy="64008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6" name="Text 13"/>
          <p:cNvSpPr/>
          <p:nvPr/>
        </p:nvSpPr>
        <p:spPr>
          <a:xfrm>
            <a:off x="6355080" y="868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Games &amp; BIOS Files</a:t>
            </a:r>
            <a:endParaRPr lang="en-US" sz="1300" dirty="0"/>
          </a:p>
        </p:txBody>
      </p:sp>
      <p:pic>
        <p:nvPicPr>
          <p:cNvPr id="17" name="Image 1" descr="/home/claude/img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1325880"/>
            <a:ext cx="2377440" cy="13350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355080" y="2697480"/>
            <a:ext cx="2423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</a:t>
            </a:r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Myrient
</a:t>
            </a:r>
            <a:pPr indent="0" marL="0">
              <a:buNone/>
            </a:pPr>
            <a:r>
              <a:rPr lang="en-US" sz="1200" b="1" dirty="0">
                <a:solidFill>
                  <a:srgbClr val="A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Games:
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myrient.erista.me
→ Redump / PS2
</a:t>
            </a:r>
            <a:pPr indent="0" marL="0">
              <a:buNone/>
            </a:pPr>
            <a:r>
              <a:rPr lang="en-US" sz="1200" b="1" dirty="0">
                <a:solidFill>
                  <a:srgbClr val="A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BIOS:
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Myrient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PS2 BIOS Images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(v2.30 recommended)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3CB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03CB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Something You Probably Didn't Know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572000" cy="4023360"/>
          </a:xfrm>
          <a:prstGeom prst="rect">
            <a:avLst/>
          </a:prstGeom>
          <a:solidFill>
            <a:srgbClr val="161B22"/>
          </a:solidFill>
          <a:ln w="19050">
            <a:solidFill>
              <a:srgbClr val="00D4FF"/>
            </a:solidFill>
            <a:prstDash val="solid"/>
          </a:ln>
        </p:spPr>
      </p:sp>
      <p:pic>
        <p:nvPicPr>
          <p:cNvPr id="6" name="Image 0" descr="/home/claude/img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777240"/>
            <a:ext cx="4572000" cy="4023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860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PCSX2 running with game covers — ready to play!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120640" y="777240"/>
            <a:ext cx="3794760" cy="4023360"/>
          </a:xfrm>
          <a:prstGeom prst="rect">
            <a:avLst/>
          </a:prstGeom>
          <a:solidFill>
            <a:srgbClr val="161B22"/>
          </a:solidFill>
          <a:ln w="15240">
            <a:solidFill>
              <a:srgbClr val="1C2E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120640" y="777240"/>
            <a:ext cx="3794760" cy="64008"/>
          </a:xfrm>
          <a:prstGeom prst="rect">
            <a:avLst/>
          </a:prstGeom>
          <a:solidFill>
            <a:srgbClr val="003CBF"/>
          </a:solidFill>
          <a:ln/>
        </p:spPr>
      </p:sp>
      <p:sp>
        <p:nvSpPr>
          <p:cNvPr id="10" name="Text 7"/>
          <p:cNvSpPr/>
          <p:nvPr/>
        </p:nvSpPr>
        <p:spPr>
          <a:xfrm>
            <a:off x="5212080" y="8686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Hidden Gems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212080" y="1325880"/>
            <a:ext cx="3611880" cy="749808"/>
          </a:xfrm>
          <a:prstGeom prst="rect">
            <a:avLst/>
          </a:prstGeom>
          <a:solidFill>
            <a:srgbClr val="0D1117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28523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2,679 games supported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285232" y="16642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PCSX2 supports the vast majority of the PS2 library with high compatibility.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212080" y="2176272"/>
            <a:ext cx="3611880" cy="749808"/>
          </a:xfrm>
          <a:prstGeom prst="rect">
            <a:avLst/>
          </a:prstGeom>
          <a:solidFill>
            <a:srgbClr val="0D1117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85232" y="22219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Dev Console trick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285232" y="2514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'Dev Console' in advanced settings unlocks extra RAM for the emulator.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212080" y="3026664"/>
            <a:ext cx="3611880" cy="749808"/>
          </a:xfrm>
          <a:prstGeom prst="rect">
            <a:avLst/>
          </a:prstGeom>
          <a:solidFill>
            <a:srgbClr val="0D1117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85232" y="30723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🖼️  Auto game covers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285232" y="3364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PCSX2 can fetch HD box art automatically using a GitHub repo — no manual work.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212080" y="3877056"/>
            <a:ext cx="3611880" cy="749808"/>
          </a:xfrm>
          <a:prstGeom prst="rect">
            <a:avLst/>
          </a:prstGeom>
          <a:solidFill>
            <a:srgbClr val="0D1117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285232" y="392277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Nightly &gt; Stable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285232" y="421538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builds have better compatibility than stable — most pros use nightly.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3CB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03CBF"/>
          </a:solidFill>
          <a:ln/>
        </p:spPr>
      </p:sp>
      <p:sp>
        <p:nvSpPr>
          <p:cNvPr id="4" name="Shape 2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003CBF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315200" y="-457200"/>
            <a:ext cx="2286000" cy="2286000"/>
          </a:xfrm>
          <a:prstGeom prst="ellipse">
            <a:avLst/>
          </a:prstGeom>
          <a:solidFill>
            <a:srgbClr val="00D4FF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3716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 &amp; My Take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822960"/>
            <a:ext cx="8229600" cy="1371600"/>
          </a:xfrm>
          <a:prstGeom prst="rect">
            <a:avLst/>
          </a:prstGeom>
          <a:solidFill>
            <a:srgbClr val="161B22"/>
          </a:solidFill>
          <a:ln w="25400">
            <a:solidFill>
              <a:srgbClr val="00D4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822960"/>
            <a:ext cx="109728" cy="137160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8686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"PCSX2 is more than an emulator — it's a time machine that brings a golden era of gaming back to life, completely free."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2423160"/>
            <a:ext cx="2743200" cy="2331720"/>
          </a:xfrm>
          <a:prstGeom prst="rect">
            <a:avLst/>
          </a:prstGeom>
          <a:solidFill>
            <a:srgbClr val="161B22"/>
          </a:solidFill>
          <a:ln w="12700">
            <a:solidFill>
              <a:srgbClr val="1C2E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423160"/>
            <a:ext cx="2743200" cy="64008"/>
          </a:xfrm>
          <a:prstGeom prst="rect">
            <a:avLst/>
          </a:prstGeom>
          <a:solidFill>
            <a:srgbClr val="003CBF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5146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Preservation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2944368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PCSX2 ensures PS2 games are never truly lost — a vital part of gaming history.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27832" y="2423160"/>
            <a:ext cx="2743200" cy="2331720"/>
          </a:xfrm>
          <a:prstGeom prst="rect">
            <a:avLst/>
          </a:prstGeom>
          <a:solidFill>
            <a:srgbClr val="161B22"/>
          </a:solidFill>
          <a:ln w="12700">
            <a:solidFill>
              <a:srgbClr val="1C2E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27832" y="2423160"/>
            <a:ext cx="2743200" cy="64008"/>
          </a:xfrm>
          <a:prstGeom prst="rect">
            <a:avLst/>
          </a:prstGeom>
          <a:solidFill>
            <a:srgbClr val="003CBF"/>
          </a:solidFill>
          <a:ln/>
        </p:spPr>
      </p:sp>
      <p:sp>
        <p:nvSpPr>
          <p:cNvPr id="16" name="Text 14"/>
          <p:cNvSpPr/>
          <p:nvPr/>
        </p:nvSpPr>
        <p:spPr>
          <a:xfrm>
            <a:off x="3319272" y="25146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Accessibility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19272" y="2944368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with a mid-range PC can play 2,679 games without buying old hardware.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81344" y="2423160"/>
            <a:ext cx="2743200" cy="2331720"/>
          </a:xfrm>
          <a:prstGeom prst="rect">
            <a:avLst/>
          </a:prstGeom>
          <a:solidFill>
            <a:srgbClr val="161B22"/>
          </a:solidFill>
          <a:ln w="12700">
            <a:solidFill>
              <a:srgbClr val="1C2E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81344" y="2423160"/>
            <a:ext cx="2743200" cy="64008"/>
          </a:xfrm>
          <a:prstGeom prst="rect">
            <a:avLst/>
          </a:prstGeom>
          <a:solidFill>
            <a:srgbClr val="003CBF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5146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Better than original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72784" y="2944368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Upscaling, widescreen patches and save states make games better than ever.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3CB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03CB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457200"/>
            <a:ext cx="3657600" cy="3657600"/>
          </a:xfrm>
          <a:prstGeom prst="ellipse">
            <a:avLst/>
          </a:prstGeom>
          <a:solidFill>
            <a:srgbClr val="003CBF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86400" y="1371600"/>
            <a:ext cx="2743200" cy="2743200"/>
          </a:xfrm>
          <a:prstGeom prst="ellipse">
            <a:avLst/>
          </a:prstGeom>
          <a:solidFill>
            <a:srgbClr val="00D4FF">
              <a:alpha val="1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365760" y="2514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A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00400" y="3154680"/>
            <a:ext cx="2743200" cy="45720"/>
          </a:xfrm>
          <a:prstGeom prst="rect">
            <a:avLst/>
          </a:prstGeom>
          <a:solidFill>
            <a:srgbClr val="00D4FF">
              <a:alpha val="5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3375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answer your questions about PCSX2,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games, BIOS, or emulation in general!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4805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pcsx2.net  ·  myrient.erista.me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3CB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PCSX2 – Play Your PS2 Games on PC</dc:title>
  <dc:subject>PptxGenJS Presentation</dc:subject>
  <dc:creator>PptxGenJS</dc:creator>
  <cp:lastModifiedBy>PptxGenJS</cp:lastModifiedBy>
  <cp:revision>1</cp:revision>
  <dcterms:created xsi:type="dcterms:W3CDTF">2026-03-23T22:15:30Z</dcterms:created>
  <dcterms:modified xsi:type="dcterms:W3CDTF">2026-03-23T22:15:30Z</dcterms:modified>
</cp:coreProperties>
</file>